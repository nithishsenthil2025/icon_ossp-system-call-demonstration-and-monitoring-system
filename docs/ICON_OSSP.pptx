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60" r:id="rId6"/>
    <p:sldId id="261" r:id="rId7"/>
    <p:sldId id="262" r:id="rId8"/>
    <p:sldId id="264" r:id="rId9"/>
    <p:sldId id="266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57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99BA-4755-6151-45DA-D74EB843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0489B-7644-44BC-59F2-24D694405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9AA8E-81E8-4807-3339-8434A99FF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E4325-A110-2855-9576-AC12B986B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73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ICON_OSSP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389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System Call Demonstration and Monitoring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79222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Visual Lab for Linux system calls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685800" cy="301752"/>
          </a:xfrm>
          <a:prstGeom prst="roundRect">
            <a:avLst>
              <a:gd name="adj" fmla="val 3939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9572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2331720"/>
            <a:ext cx="1005840" cy="301752"/>
          </a:xfrm>
          <a:prstGeom prst="roundRect">
            <a:avLst>
              <a:gd name="adj" fmla="val 3939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3957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Ubuntu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2331720"/>
            <a:ext cx="1325880" cy="301752"/>
          </a:xfrm>
          <a:prstGeom prst="roundRect">
            <a:avLst>
              <a:gd name="adj" fmla="val 3939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3957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POSIX APIs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914400" cy="301752"/>
          </a:xfrm>
          <a:prstGeom prst="roundRect">
            <a:avLst>
              <a:gd name="adj" fmla="val 39394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3957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</a:rPr>
              <a:t>strace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818120" y="685800"/>
            <a:ext cx="3154680" cy="53492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914400"/>
            <a:ext cx="2788920" cy="4389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987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File Lab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1627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Process Lab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Exec 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9077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Synchronization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3547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Error Lab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4187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System Call Trace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4828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Signals /proc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852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Section 7 · Team 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61081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Nithish S · Sai Sathwik · Vivek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built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Problem → project goal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850392" y="17647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093976"/>
            <a:ext cx="3008376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System calls are usually studied as separate theory examples. It is hard to see what happens in Linux.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647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Project goal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093976"/>
            <a:ext cx="3008376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Create one visual lab where each operation can be executed, observed, traced and explained.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60020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76479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Final result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2093976"/>
            <a:ext cx="3008376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 desktop-style visual project backed by real C code running Linux/POSIX operations.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0" y="2560320"/>
            <a:ext cx="34747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2560320"/>
            <a:ext cx="34747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416052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B8D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15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Core idea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6451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User action → C backend → Linux kernel → visible result → trace evidence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Create, write, read, close and delete real files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7335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User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002536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file path + custom content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965960"/>
            <a:ext cx="39319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03320" y="15087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67335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System calls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67912" y="2002536"/>
            <a:ext cx="33284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open() · write() · read() · close() · unlink()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88352" y="1965960"/>
            <a:ext cx="384048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0" y="15087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6733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Visible result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36992" y="2002536"/>
            <a:ext cx="296265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preview, size, permissions, FD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1546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273552"/>
            <a:ext cx="48920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open("data/demo.txt", O_CREAT | O_RDWR, 0644) → fd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write(3, content, length) → bytes written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read(3, buffer, size) → bytes read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close(3) → 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315468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3447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Presenter 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“This proves that the file is actually created and modified through low-level Linux file calls.”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Lab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Controlled failure handling and process control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Error Lab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3957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31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Select any real file or folder.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8529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88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Run open/read/read-after-close/directory tests.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33101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Show return value, errno and readable strerror().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3794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913632"/>
            <a:ext cx="4206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open(missing.txt) → 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errno → ENOENT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→ No such file or directory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Make fork() visible with PID and state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Parent 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PID 4500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423160"/>
            <a:ext cx="0" cy="123444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80360" y="28712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fork()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324612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81304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Child 1  PID 4501  RUNNING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4160520"/>
            <a:ext cx="324612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22452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Child 2  PID 4502  RUNNING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0" y="4572000"/>
            <a:ext cx="324612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63600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Child 3  PID 4503  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175564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691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User selects number of children and run time.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0" y="230428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240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Each child gets a real Linux PID.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0" y="28529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The UI checks child state using waitpid(..., WNOHANG).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0" y="340156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337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When child finishes, parent collects exit status.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23560" y="434340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4462272"/>
            <a:ext cx="4343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 return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→ child process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&gt; 0 → parent process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     → failure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 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Run another program from a child process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2240280"/>
            <a:ext cx="411480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2240280"/>
            <a:ext cx="411480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240280"/>
            <a:ext cx="411480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9339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fork()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322576"/>
            <a:ext cx="145389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create child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99339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dup2()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90672" y="2322576"/>
            <a:ext cx="172821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redirect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496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199339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execlp()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59552" y="2322576"/>
            <a:ext cx="172821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replace child program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182880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993392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waitpid()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28432" y="2322576"/>
            <a:ext cx="181965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parent collects status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3101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461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User enters command: ls, pwd, date, whoami, etc.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" y="383133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7673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Parent GUI stays alive; only child becomes the selected program.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68680" y="435254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2885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stdout/stderr are captured and shown as program output.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406640" y="315468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Key viva 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3813048"/>
            <a:ext cx="2743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fork() creates a process; exec() replaces what that process is running.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Synchronization 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Parent waits for a child and collects exit status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B8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Child starts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duration: 5 sec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exit code: 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2057400"/>
            <a:ext cx="411480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50876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83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Parent waits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waitpid(child_pid, &amp;status, 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2057400"/>
            <a:ext cx="411480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150876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12700">
            <a:solidFill>
              <a:srgbClr val="BFE6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83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Parent continues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2148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exit status received: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776472"/>
            <a:ext cx="4480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WIFEXITED(status)     → child ended normally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WEXITSTATUS(status)  → final exit code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36576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</a:rPr>
              <a:t>Purpose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8313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Coordinate parent and child so the parent knows exactly when the child has finished.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Call Trace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strace proves the real kernel-facing activity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00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What strace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Observes system calls made by a running Linux process.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977640" y="141732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700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Why we use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To verify that the visual operation really reached Linux.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589520" y="14173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700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What we show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Clean focused steps and full raw trace logs.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1046988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564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 → openat()     fork() → clone()/clone3()     exec() → execve()     waitpid() → wait4()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47091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AF7EF"/>
          </a:solidFill>
          <a:ln w="12700">
            <a:solidFill>
              <a:srgbClr val="BFE6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910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8A48"/>
                </a:solidFill>
              </a:rPr>
              <a:t>Presenter 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4882896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“This trace is the proof that our user-space code is requesting services from the Linux kernel.”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DF0B-7B1C-EE03-B9BD-765DEEA3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FF56AB-793D-259E-4F92-0A4D5AA0ACA0}"/>
              </a:ext>
            </a:extLst>
          </p:cNvPr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Signals 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CCE0EC-DE78-7959-75AD-8E1CAEB363E4}"/>
              </a:ext>
            </a:extLst>
          </p:cNvPr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Controlled failure handling and process control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341335-F431-01E0-2ED2-EDB86E4AF2C8}"/>
              </a:ext>
            </a:extLst>
          </p:cNvPr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736910-B32A-485F-9DE0-413BBAC830FA}"/>
              </a:ext>
            </a:extLst>
          </p:cNvPr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97C06C6-7316-793F-5CD2-F0D9064316F0}"/>
              </a:ext>
            </a:extLst>
          </p:cNvPr>
          <p:cNvSpPr/>
          <p:nvPr/>
        </p:nvSpPr>
        <p:spPr>
          <a:xfrm>
            <a:off x="502920" y="1668780"/>
            <a:ext cx="48006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1DE47A1-13ED-3718-786C-7FFF2B0F9922}"/>
              </a:ext>
            </a:extLst>
          </p:cNvPr>
          <p:cNvSpPr/>
          <p:nvPr/>
        </p:nvSpPr>
        <p:spPr>
          <a:xfrm>
            <a:off x="777240" y="19705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Signals</a:t>
            </a:r>
            <a:endParaRPr lang="en-US" sz="1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355E4FD-E616-2976-796A-BC8C6EBA88B4}"/>
              </a:ext>
            </a:extLst>
          </p:cNvPr>
          <p:cNvSpPr/>
          <p:nvPr/>
        </p:nvSpPr>
        <p:spPr>
          <a:xfrm>
            <a:off x="777240" y="255574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413DC1E-DE8A-6059-1F19-36CB5F55F2C6}"/>
              </a:ext>
            </a:extLst>
          </p:cNvPr>
          <p:cNvSpPr/>
          <p:nvPr/>
        </p:nvSpPr>
        <p:spPr>
          <a:xfrm>
            <a:off x="960120" y="24917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Create a child process.</a:t>
            </a:r>
            <a:endParaRPr lang="en-US" sz="13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78F8F19-025B-7DD1-D949-D79C7368A400}"/>
              </a:ext>
            </a:extLst>
          </p:cNvPr>
          <p:cNvSpPr/>
          <p:nvPr/>
        </p:nvSpPr>
        <p:spPr>
          <a:xfrm>
            <a:off x="777240" y="301294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1B645B-4684-9D3D-121E-7CE1FFE8541C}"/>
              </a:ext>
            </a:extLst>
          </p:cNvPr>
          <p:cNvSpPr/>
          <p:nvPr/>
        </p:nvSpPr>
        <p:spPr>
          <a:xfrm>
            <a:off x="960120" y="29489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Control it with SIGSTOP, SIGCONT and SIGTERM.</a:t>
            </a:r>
            <a:endParaRPr lang="en-US" sz="13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B87F454-7A1D-5390-DC61-BD073049DE43}"/>
              </a:ext>
            </a:extLst>
          </p:cNvPr>
          <p:cNvSpPr/>
          <p:nvPr/>
        </p:nvSpPr>
        <p:spPr>
          <a:xfrm>
            <a:off x="777240" y="347014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2258AF-4DED-BFF3-A00F-F29759E4938D}"/>
              </a:ext>
            </a:extLst>
          </p:cNvPr>
          <p:cNvSpPr/>
          <p:nvPr/>
        </p:nvSpPr>
        <p:spPr>
          <a:xfrm>
            <a:off x="960120" y="34061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Inspect live process info from /proc/&lt;pid&gt;/status.</a:t>
            </a:r>
            <a:endParaRPr lang="en-US" sz="13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F0D7BDA-73BC-DE5A-AEBC-30A37CE6DFFC}"/>
              </a:ext>
            </a:extLst>
          </p:cNvPr>
          <p:cNvSpPr/>
          <p:nvPr/>
        </p:nvSpPr>
        <p:spPr>
          <a:xfrm>
            <a:off x="777240" y="39547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EA8BE2F-E2DC-0CA6-5F20-B29B3231211B}"/>
              </a:ext>
            </a:extLst>
          </p:cNvPr>
          <p:cNvSpPr/>
          <p:nvPr/>
        </p:nvSpPr>
        <p:spPr>
          <a:xfrm>
            <a:off x="914400" y="4073652"/>
            <a:ext cx="3749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kill(pid, SIGSTOP)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/proc/PID/status → State, PID, PPID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335DEC8-5A21-4CB3-3E48-F7279F49B5D1}"/>
              </a:ext>
            </a:extLst>
          </p:cNvPr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System Call Demonstration and Monitoring System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27321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and closing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Simple order to present in review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840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67335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7602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27048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File Lab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527048" y="192024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create → write → read → close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63347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72034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27048" y="2596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Process Lab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1527048" y="28803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show parent and child PIDs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68680" y="34290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359359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6804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27048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Exec Lab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1527048" y="38404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run ls -l / pwd / date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167335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176022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22008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Synchronization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6922008" y="192024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parent waits and gets exit code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63640" y="2468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28232" y="263347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72034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22008" y="2596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Error Lab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6922008" y="288036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show errno and explanation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3593592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6804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22008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11827"/>
                </a:solidFill>
              </a:rPr>
              <a:t>Trace Lab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6922008" y="38404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show strace evidence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ICON_OSSP · Section 7 · Team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847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ICON_OSSP Visual Lab</dc:title>
  <dc:subject>ICON_OSSP Visual Lab Presentation</dc:subject>
  <dc:creator>ICON_OSSP Team 13</dc:creator>
  <cp:lastModifiedBy>S NITHISH</cp:lastModifiedBy>
  <cp:revision>3</cp:revision>
  <dcterms:created xsi:type="dcterms:W3CDTF">2026-09-28T06:09:22Z</dcterms:created>
  <dcterms:modified xsi:type="dcterms:W3CDTF">2026-09-29T06:15:50Z</dcterms:modified>
</cp:coreProperties>
</file>